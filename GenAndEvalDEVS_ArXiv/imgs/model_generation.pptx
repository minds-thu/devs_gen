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EEC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588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A29C2-4720-21CD-3BD5-DB4F01E1FA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2C2C08-79A3-ABA1-9107-A74BD2956A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E5CBE-4F39-9209-62CE-CB1C19533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CEE7-4E36-4600-848E-C00859245D22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153DE-42B8-7664-9331-34783DB19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C33C0-F347-6677-E143-9902AEB30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A2207-EE91-412E-9AEB-DB8BDF3094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8865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508B3-C150-8ED4-1765-EC0258FD2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A0648-A0D4-32D0-BE84-98446DE89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ACADC-FFBC-9408-0E66-E734E6F75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CEE7-4E36-4600-848E-C00859245D22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D0BCD-9F1C-7512-CF49-464AAF10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096AB-1796-BDF6-E59B-8A3A8BCD8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A2207-EE91-412E-9AEB-DB8BDF3094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0736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424AB-954C-952B-6458-3362903BE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2B52DA-2191-383F-ED5F-67356AE02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40979-9FC4-87D7-5746-1C9C57954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CEE7-4E36-4600-848E-C00859245D22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9BE14-E743-3CFB-D20F-9F7C5FE34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3D5BD-1F82-173B-3400-2F6C7DF0B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A2207-EE91-412E-9AEB-DB8BDF3094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413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1CFFE-946C-5AAE-E8D3-2644391A1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6CC9D-D82D-ABDB-5771-E677E86DFB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BC4C0F-5E62-75D8-22B8-34F79B1234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DA0C66-B7F1-406B-EE70-FEA4111D8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CEE7-4E36-4600-848E-C00859245D22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037F98-1E1A-7E32-EA19-3FC608EE4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82CE52-14C2-7DE4-C864-0EF2B3F6C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A2207-EE91-412E-9AEB-DB8BDF3094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2328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7CF6F-5949-5B2B-D2FA-B284FF3D0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BCB623-27EA-A947-B349-56BA146A3A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9A4A3B-B9D6-C168-A9CA-0E610D9C9C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DE87FB-F2F3-2C88-336E-C680E3ACEE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1C882B-89D8-A496-83CF-61ABE5FA82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739731-FF65-A60B-E12C-99AEC379D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CEE7-4E36-4600-848E-C00859245D22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79DF21-A4BA-1EB5-0B34-C3E542E8E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4F3976-7612-5858-3EFB-056ECAE3B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A2207-EE91-412E-9AEB-DB8BDF3094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5415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48B38-ECC2-8A77-BEE1-C49BFF4CA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9170E0-797C-D2C2-5130-550AC6464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CEE7-4E36-4600-848E-C00859245D22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6B8434-5E77-AF83-46BF-8CE86DF21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662D0D-0FB3-65F7-C325-05A8C2FA7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A2207-EE91-412E-9AEB-DB8BDF3094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6783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8551E9-A4F2-4852-2BB9-2640F6840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CEE7-4E36-4600-848E-C00859245D22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09FF3A-B05C-FD6C-5252-51F2A0879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6DABF-C8B4-0199-C8DE-36DCBE2D8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A2207-EE91-412E-9AEB-DB8BDF3094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7070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5B445-6570-AE69-5557-2179EFF70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E284D-8710-A852-A43D-2D9319517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D49DE4-C7F6-AFFB-A877-325FFD55D1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D72042-B4C8-9858-9EF3-35800FF6A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CEE7-4E36-4600-848E-C00859245D22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5AD4DD-62CF-84E6-1F91-68B1C50E8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21DCB8-F634-8445-578A-9EE5C1C7C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A2207-EE91-412E-9AEB-DB8BDF3094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2867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C49E3-8503-8212-AB5C-301AB656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336CE0-0335-6C22-D441-ACD507C2AC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DCAE97-6D28-FC92-207F-E355EFAB6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CE7F6-EB8B-B9EA-A784-94D5405DE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CEE7-4E36-4600-848E-C00859245D22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E4E661-A57A-6920-6AEF-016145049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BDB62B-F5B7-7061-9E73-2FAD6C2DD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A2207-EE91-412E-9AEB-DB8BDF3094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574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9B61E-6AD8-359B-B219-B51C8E8E9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E46B01-826D-FDFC-44E9-7C5A6A6194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22FC2-06D6-4EB6-61CB-147510333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CEE7-4E36-4600-848E-C00859245D22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E8E11-FEAF-689D-6F91-DFEC3C84B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0A40A-A3CD-15DA-EE2C-BA9EE826C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A2207-EE91-412E-9AEB-DB8BDF3094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5667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C3190F-941C-9430-4D08-89E134CFA9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F356C7-4737-E4AF-39D3-829EA95544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7AC92-B04D-0DAC-7341-A839A63C5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CEE7-4E36-4600-848E-C00859245D22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32B97-BC7A-E433-EC2F-F9079A13B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E3F4E-1D0A-8086-AB50-07802B037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A2207-EE91-412E-9AEB-DB8BDF3094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7725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E3D67C-851B-8B74-B2DD-594BC3331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3F6316-661F-2B91-CFC3-FE3367A58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E9081-B7E8-719D-881B-26EBE5F7A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87CEE7-4E36-4600-848E-C00859245D22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611A6-2074-84F6-FBCE-B51019EF86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16142-C067-5D6F-25E6-8B37897E8E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CA2207-EE91-412E-9AEB-DB8BDF3094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144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B0961F4-919A-2CC5-1C93-68EFEED2B882}"/>
              </a:ext>
            </a:extLst>
          </p:cNvPr>
          <p:cNvSpPr/>
          <p:nvPr/>
        </p:nvSpPr>
        <p:spPr>
          <a:xfrm>
            <a:off x="5850459" y="222883"/>
            <a:ext cx="1631955" cy="66463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Coupled (Root)</a:t>
            </a:r>
            <a:b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FleetRestock</a:t>
            </a:r>
            <a:endParaRPr lang="zh-CN" alt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934907-8B9D-21D0-B796-BEA6FD044733}"/>
              </a:ext>
            </a:extLst>
          </p:cNvPr>
          <p:cNvSpPr/>
          <p:nvPr/>
        </p:nvSpPr>
        <p:spPr>
          <a:xfrm>
            <a:off x="2051675" y="1497581"/>
            <a:ext cx="1284808" cy="66463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Coupled</a:t>
            </a:r>
            <a:b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RobotFleet</a:t>
            </a:r>
            <a:endParaRPr lang="zh-CN" alt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968F2C-869C-38AD-5FDD-88A300065CEF}"/>
              </a:ext>
            </a:extLst>
          </p:cNvPr>
          <p:cNvSpPr/>
          <p:nvPr/>
        </p:nvSpPr>
        <p:spPr>
          <a:xfrm>
            <a:off x="3640802" y="1497582"/>
            <a:ext cx="1284808" cy="6646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Atomic</a:t>
            </a:r>
            <a:b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DemandSource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2DF0BC-110B-63D8-2207-15E6E46A63A8}"/>
              </a:ext>
            </a:extLst>
          </p:cNvPr>
          <p:cNvSpPr/>
          <p:nvPr/>
        </p:nvSpPr>
        <p:spPr>
          <a:xfrm>
            <a:off x="5229894" y="1503289"/>
            <a:ext cx="1284808" cy="6646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Atomic</a:t>
            </a:r>
            <a:b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34064D-B009-F2B1-B18F-B00AEE95B5C8}"/>
              </a:ext>
            </a:extLst>
          </p:cNvPr>
          <p:cNvSpPr/>
          <p:nvPr/>
        </p:nvSpPr>
        <p:spPr>
          <a:xfrm>
            <a:off x="6819641" y="1498597"/>
            <a:ext cx="1284808" cy="6646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Atomic</a:t>
            </a:r>
            <a:b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OrderQueue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B6A678-3FDC-BE1C-2297-25196246DA36}"/>
              </a:ext>
            </a:extLst>
          </p:cNvPr>
          <p:cNvSpPr/>
          <p:nvPr/>
        </p:nvSpPr>
        <p:spPr>
          <a:xfrm>
            <a:off x="8406342" y="1498596"/>
            <a:ext cx="1284808" cy="6646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Atomic</a:t>
            </a:r>
            <a:b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AisleNetwork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267900-BF4A-E0C4-F3EC-AABE30C2EAF1}"/>
              </a:ext>
            </a:extLst>
          </p:cNvPr>
          <p:cNvSpPr/>
          <p:nvPr/>
        </p:nvSpPr>
        <p:spPr>
          <a:xfrm>
            <a:off x="9999135" y="1498597"/>
            <a:ext cx="1284808" cy="6646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Atomic</a:t>
            </a:r>
            <a:b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StatsCollector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9F792E-4E3B-D5E8-04A6-504E76C386E6}"/>
              </a:ext>
            </a:extLst>
          </p:cNvPr>
          <p:cNvSpPr/>
          <p:nvPr/>
        </p:nvSpPr>
        <p:spPr>
          <a:xfrm>
            <a:off x="571942" y="2742555"/>
            <a:ext cx="1284808" cy="6646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Atomic</a:t>
            </a:r>
            <a:b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Dispatcher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66B8DE1-70DC-C9AF-F904-1C8521F5FD29}"/>
                  </a:ext>
                </a:extLst>
              </p:cNvPr>
              <p:cNvSpPr/>
              <p:nvPr/>
            </p:nvSpPr>
            <p:spPr>
              <a:xfrm>
                <a:off x="2051674" y="2741540"/>
                <a:ext cx="1284808" cy="66463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Atomic</a:t>
                </a:r>
                <a:b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Robot (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66B8DE1-70DC-C9AF-F904-1C8521F5FD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674" y="2741540"/>
                <a:ext cx="1284808" cy="6646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B9F46ABD-2045-32A9-6B3C-F9329BBDE3D3}"/>
              </a:ext>
            </a:extLst>
          </p:cNvPr>
          <p:cNvSpPr/>
          <p:nvPr/>
        </p:nvSpPr>
        <p:spPr>
          <a:xfrm>
            <a:off x="3530169" y="2741539"/>
            <a:ext cx="1284808" cy="6646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Atomic</a:t>
            </a:r>
            <a:b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Charger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8D7BDB59-AB08-E376-CB0B-2E23316D2364}"/>
              </a:ext>
            </a:extLst>
          </p:cNvPr>
          <p:cNvCxnSpPr>
            <a:cxnSpLocks/>
            <a:stCxn id="101" idx="2"/>
            <a:endCxn id="188" idx="0"/>
          </p:cNvCxnSpPr>
          <p:nvPr/>
        </p:nvCxnSpPr>
        <p:spPr>
          <a:xfrm rot="5400000">
            <a:off x="1537325" y="1721542"/>
            <a:ext cx="581627" cy="146094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Curved 39">
            <a:extLst>
              <a:ext uri="{FF2B5EF4-FFF2-40B4-BE49-F238E27FC236}">
                <a16:creationId xmlns:a16="http://schemas.microsoft.com/office/drawing/2014/main" id="{2DAC4416-3CCC-E35F-9278-07615E013C30}"/>
              </a:ext>
            </a:extLst>
          </p:cNvPr>
          <p:cNvCxnSpPr>
            <a:cxnSpLocks/>
            <a:stCxn id="5" idx="2"/>
            <a:endCxn id="193" idx="0"/>
          </p:cNvCxnSpPr>
          <p:nvPr/>
        </p:nvCxnSpPr>
        <p:spPr>
          <a:xfrm rot="5400000">
            <a:off x="2334952" y="2392539"/>
            <a:ext cx="589451" cy="12880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Curved 42">
            <a:extLst>
              <a:ext uri="{FF2B5EF4-FFF2-40B4-BE49-F238E27FC236}">
                <a16:creationId xmlns:a16="http://schemas.microsoft.com/office/drawing/2014/main" id="{F88B1788-64BA-51F8-A112-2C025F7DC75D}"/>
              </a:ext>
            </a:extLst>
          </p:cNvPr>
          <p:cNvCxnSpPr>
            <a:cxnSpLocks/>
            <a:stCxn id="5" idx="2"/>
            <a:endCxn id="195" idx="0"/>
          </p:cNvCxnSpPr>
          <p:nvPr/>
        </p:nvCxnSpPr>
        <p:spPr>
          <a:xfrm rot="16200000" flipH="1">
            <a:off x="3083215" y="1773079"/>
            <a:ext cx="579320" cy="135759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0" name="Group 69">
            <a:extLst>
              <a:ext uri="{FF2B5EF4-FFF2-40B4-BE49-F238E27FC236}">
                <a16:creationId xmlns:a16="http://schemas.microsoft.com/office/drawing/2014/main" id="{30DFD720-B373-4AAE-1487-B180532678D2}"/>
              </a:ext>
            </a:extLst>
          </p:cNvPr>
          <p:cNvGrpSpPr/>
          <p:nvPr/>
        </p:nvGrpSpPr>
        <p:grpSpPr>
          <a:xfrm>
            <a:off x="5179747" y="2487537"/>
            <a:ext cx="6104196" cy="918633"/>
            <a:chOff x="5345696" y="2565400"/>
            <a:chExt cx="6104196" cy="918633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F7BF4A8A-CB88-8FFA-B6BB-51E84F599BD1}"/>
                </a:ext>
              </a:extLst>
            </p:cNvPr>
            <p:cNvSpPr/>
            <p:nvPr/>
          </p:nvSpPr>
          <p:spPr>
            <a:xfrm>
              <a:off x="5345696" y="2565400"/>
              <a:ext cx="6104196" cy="918633"/>
            </a:xfrm>
            <a:prstGeom prst="rect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5E95561-E337-DF2E-1A9E-DFC9FE299235}"/>
                </a:ext>
              </a:extLst>
            </p:cNvPr>
            <p:cNvSpPr txBox="1"/>
            <p:nvPr/>
          </p:nvSpPr>
          <p:spPr>
            <a:xfrm>
              <a:off x="5649720" y="2606460"/>
              <a:ext cx="270779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top-down planning</a:t>
              </a:r>
            </a:p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• decompose into sub-models</a:t>
              </a:r>
            </a:p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• generate spec for each model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A609B721-A3C4-F074-1E01-6F27E8C731FC}"/>
                </a:ext>
              </a:extLst>
            </p:cNvPr>
            <p:cNvCxnSpPr>
              <a:cxnSpLocks/>
            </p:cNvCxnSpPr>
            <p:nvPr/>
          </p:nvCxnSpPr>
          <p:spPr>
            <a:xfrm>
              <a:off x="5549895" y="2660580"/>
              <a:ext cx="0" cy="785339"/>
            </a:xfrm>
            <a:prstGeom prst="straightConnector1">
              <a:avLst/>
            </a:prstGeom>
            <a:ln w="57150">
              <a:solidFill>
                <a:srgbClr val="15608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A432CD97-8EC9-071B-8DE6-2EC5F095A2AB}"/>
                    </a:ext>
                  </a:extLst>
                </p:cNvPr>
                <p:cNvSpPr txBox="1"/>
                <p:nvPr/>
              </p:nvSpPr>
              <p:spPr>
                <a:xfrm>
                  <a:off x="8573784" y="2598003"/>
                  <a:ext cx="2876108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bottom-up construction</a:t>
                  </a:r>
                </a:p>
                <a:p>
                  <a:r>
                    <a:rPr lang="en-US" altLang="zh-CN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• model spec </a:t>
                  </a:r>
                  <a14:m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</m:oMath>
                  </a14:m>
                  <a:r>
                    <a:rPr lang="en-US" altLang="zh-CN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implementation</a:t>
                  </a:r>
                </a:p>
                <a:p>
                  <a:r>
                    <a:rPr lang="en-US" altLang="zh-CN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• assemble &amp; import sub-models</a:t>
                  </a:r>
                  <a:endParaRPr lang="zh-CN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A432CD97-8EC9-071B-8DE6-2EC5F095A2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73784" y="2598003"/>
                  <a:ext cx="2876108" cy="830997"/>
                </a:xfrm>
                <a:prstGeom prst="rect">
                  <a:avLst/>
                </a:prstGeom>
                <a:blipFill>
                  <a:blip r:embed="rId3"/>
                  <a:stretch>
                    <a:fillRect l="-1059" t="-2190" b="-80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7054F741-6292-FED2-1361-E37D0231DF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73959" y="2652123"/>
              <a:ext cx="0" cy="785339"/>
            </a:xfrm>
            <a:prstGeom prst="straightConnector1">
              <a:avLst/>
            </a:prstGeom>
            <a:ln w="5715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3" name="Connector: Curved 112">
            <a:extLst>
              <a:ext uri="{FF2B5EF4-FFF2-40B4-BE49-F238E27FC236}">
                <a16:creationId xmlns:a16="http://schemas.microsoft.com/office/drawing/2014/main" id="{D099D5FF-8A73-73CB-3166-F920A5720892}"/>
              </a:ext>
            </a:extLst>
          </p:cNvPr>
          <p:cNvCxnSpPr>
            <a:cxnSpLocks/>
            <a:stCxn id="143" idx="2"/>
            <a:endCxn id="101" idx="0"/>
          </p:cNvCxnSpPr>
          <p:nvPr/>
        </p:nvCxnSpPr>
        <p:spPr>
          <a:xfrm rot="5400000">
            <a:off x="3965989" y="-519953"/>
            <a:ext cx="609138" cy="342389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: Curved 113">
            <a:extLst>
              <a:ext uri="{FF2B5EF4-FFF2-40B4-BE49-F238E27FC236}">
                <a16:creationId xmlns:a16="http://schemas.microsoft.com/office/drawing/2014/main" id="{9B0FFF6F-0157-F71E-7564-D90A1473CBBA}"/>
              </a:ext>
            </a:extLst>
          </p:cNvPr>
          <p:cNvCxnSpPr>
            <a:cxnSpLocks/>
            <a:stCxn id="108" idx="0"/>
            <a:endCxn id="143" idx="2"/>
          </p:cNvCxnSpPr>
          <p:nvPr/>
        </p:nvCxnSpPr>
        <p:spPr>
          <a:xfrm rot="5400000" flipH="1" flipV="1">
            <a:off x="4094174" y="-391768"/>
            <a:ext cx="609138" cy="3167528"/>
          </a:xfrm>
          <a:prstGeom prst="curvedConnector3">
            <a:avLst>
              <a:gd name="adj1" fmla="val 5000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: Curved 136">
            <a:extLst>
              <a:ext uri="{FF2B5EF4-FFF2-40B4-BE49-F238E27FC236}">
                <a16:creationId xmlns:a16="http://schemas.microsoft.com/office/drawing/2014/main" id="{209C0EB4-6DC0-AD88-0D1D-64EFF3B8ECEA}"/>
              </a:ext>
            </a:extLst>
          </p:cNvPr>
          <p:cNvCxnSpPr>
            <a:cxnSpLocks/>
            <a:stCxn id="144" idx="2"/>
            <a:endCxn id="125" idx="0"/>
          </p:cNvCxnSpPr>
          <p:nvPr/>
        </p:nvCxnSpPr>
        <p:spPr>
          <a:xfrm rot="5400000">
            <a:off x="4895514" y="154219"/>
            <a:ext cx="610157" cy="207657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: Curved 139">
            <a:extLst>
              <a:ext uri="{FF2B5EF4-FFF2-40B4-BE49-F238E27FC236}">
                <a16:creationId xmlns:a16="http://schemas.microsoft.com/office/drawing/2014/main" id="{99CF24D5-432E-9435-30E9-D6113C686F3E}"/>
              </a:ext>
            </a:extLst>
          </p:cNvPr>
          <p:cNvCxnSpPr>
            <a:cxnSpLocks/>
            <a:stCxn id="126" idx="0"/>
            <a:endCxn id="144" idx="2"/>
          </p:cNvCxnSpPr>
          <p:nvPr/>
        </p:nvCxnSpPr>
        <p:spPr>
          <a:xfrm rot="5400000" flipH="1" flipV="1">
            <a:off x="5023699" y="282406"/>
            <a:ext cx="610157" cy="1820201"/>
          </a:xfrm>
          <a:prstGeom prst="curvedConnector3">
            <a:avLst>
              <a:gd name="adj1" fmla="val 5000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: Curved 153">
            <a:extLst>
              <a:ext uri="{FF2B5EF4-FFF2-40B4-BE49-F238E27FC236}">
                <a16:creationId xmlns:a16="http://schemas.microsoft.com/office/drawing/2014/main" id="{555FE085-446D-2FD9-FA87-8BAD001628D5}"/>
              </a:ext>
            </a:extLst>
          </p:cNvPr>
          <p:cNvCxnSpPr>
            <a:cxnSpLocks/>
            <a:stCxn id="147" idx="2"/>
            <a:endCxn id="127" idx="0"/>
          </p:cNvCxnSpPr>
          <p:nvPr/>
        </p:nvCxnSpPr>
        <p:spPr>
          <a:xfrm rot="5400000">
            <a:off x="5847815" y="809527"/>
            <a:ext cx="616608" cy="77055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: Curved 154">
            <a:extLst>
              <a:ext uri="{FF2B5EF4-FFF2-40B4-BE49-F238E27FC236}">
                <a16:creationId xmlns:a16="http://schemas.microsoft.com/office/drawing/2014/main" id="{846EF2AC-4C67-AE26-3C52-F514C938CC62}"/>
              </a:ext>
            </a:extLst>
          </p:cNvPr>
          <p:cNvCxnSpPr>
            <a:cxnSpLocks/>
            <a:stCxn id="128" idx="0"/>
            <a:endCxn id="147" idx="2"/>
          </p:cNvCxnSpPr>
          <p:nvPr/>
        </p:nvCxnSpPr>
        <p:spPr>
          <a:xfrm rot="5400000" flipH="1" flipV="1">
            <a:off x="5976000" y="937713"/>
            <a:ext cx="616608" cy="514185"/>
          </a:xfrm>
          <a:prstGeom prst="curvedConnector3">
            <a:avLst>
              <a:gd name="adj1" fmla="val 5000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: Curved 161">
            <a:extLst>
              <a:ext uri="{FF2B5EF4-FFF2-40B4-BE49-F238E27FC236}">
                <a16:creationId xmlns:a16="http://schemas.microsoft.com/office/drawing/2014/main" id="{22ED72A2-73DB-FF34-9E7D-8A5DC4A49CC2}"/>
              </a:ext>
            </a:extLst>
          </p:cNvPr>
          <p:cNvCxnSpPr>
            <a:cxnSpLocks/>
            <a:stCxn id="129" idx="0"/>
            <a:endCxn id="148" idx="2"/>
          </p:cNvCxnSpPr>
          <p:nvPr/>
        </p:nvCxnSpPr>
        <p:spPr>
          <a:xfrm rot="16200000" flipV="1">
            <a:off x="6755900" y="928370"/>
            <a:ext cx="611081" cy="527343"/>
          </a:xfrm>
          <a:prstGeom prst="curvedConnector3">
            <a:avLst>
              <a:gd name="adj1" fmla="val 5000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: Curved 164">
            <a:extLst>
              <a:ext uri="{FF2B5EF4-FFF2-40B4-BE49-F238E27FC236}">
                <a16:creationId xmlns:a16="http://schemas.microsoft.com/office/drawing/2014/main" id="{F9F9F80F-EDF7-D5A5-77F8-8E6D58B640E3}"/>
              </a:ext>
            </a:extLst>
          </p:cNvPr>
          <p:cNvCxnSpPr>
            <a:cxnSpLocks/>
            <a:stCxn id="148" idx="2"/>
            <a:endCxn id="130" idx="0"/>
          </p:cNvCxnSpPr>
          <p:nvPr/>
        </p:nvCxnSpPr>
        <p:spPr>
          <a:xfrm rot="16200000" flipH="1">
            <a:off x="6884085" y="800184"/>
            <a:ext cx="611081" cy="78371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: Curved 167">
            <a:extLst>
              <a:ext uri="{FF2B5EF4-FFF2-40B4-BE49-F238E27FC236}">
                <a16:creationId xmlns:a16="http://schemas.microsoft.com/office/drawing/2014/main" id="{861BAE2A-D06E-5DFD-3901-49A1C80F97FF}"/>
              </a:ext>
            </a:extLst>
          </p:cNvPr>
          <p:cNvCxnSpPr>
            <a:cxnSpLocks/>
            <a:stCxn id="145" idx="2"/>
            <a:endCxn id="132" idx="0"/>
          </p:cNvCxnSpPr>
          <p:nvPr/>
        </p:nvCxnSpPr>
        <p:spPr>
          <a:xfrm rot="16200000" flipH="1">
            <a:off x="7824578" y="159781"/>
            <a:ext cx="611081" cy="206452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: Curved 170">
            <a:extLst>
              <a:ext uri="{FF2B5EF4-FFF2-40B4-BE49-F238E27FC236}">
                <a16:creationId xmlns:a16="http://schemas.microsoft.com/office/drawing/2014/main" id="{AFB3E81D-5B40-0EED-2B75-8044932F55DB}"/>
              </a:ext>
            </a:extLst>
          </p:cNvPr>
          <p:cNvCxnSpPr>
            <a:cxnSpLocks/>
            <a:stCxn id="131" idx="0"/>
            <a:endCxn id="145" idx="2"/>
          </p:cNvCxnSpPr>
          <p:nvPr/>
        </p:nvCxnSpPr>
        <p:spPr>
          <a:xfrm rot="16200000" flipV="1">
            <a:off x="7696393" y="287967"/>
            <a:ext cx="611081" cy="1808149"/>
          </a:xfrm>
          <a:prstGeom prst="curvedConnector3">
            <a:avLst>
              <a:gd name="adj1" fmla="val 5000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: Curved 173">
            <a:extLst>
              <a:ext uri="{FF2B5EF4-FFF2-40B4-BE49-F238E27FC236}">
                <a16:creationId xmlns:a16="http://schemas.microsoft.com/office/drawing/2014/main" id="{426DE4E8-1581-D1AC-43DE-678E718F90D2}"/>
              </a:ext>
            </a:extLst>
          </p:cNvPr>
          <p:cNvCxnSpPr>
            <a:cxnSpLocks/>
            <a:stCxn id="146" idx="2"/>
            <a:endCxn id="134" idx="0"/>
          </p:cNvCxnSpPr>
          <p:nvPr/>
        </p:nvCxnSpPr>
        <p:spPr>
          <a:xfrm rot="16200000" flipH="1">
            <a:off x="8744049" y="-503319"/>
            <a:ext cx="611081" cy="339072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: Curved 176">
            <a:extLst>
              <a:ext uri="{FF2B5EF4-FFF2-40B4-BE49-F238E27FC236}">
                <a16:creationId xmlns:a16="http://schemas.microsoft.com/office/drawing/2014/main" id="{510910FC-F1BB-AF63-ED60-72D527FC3182}"/>
              </a:ext>
            </a:extLst>
          </p:cNvPr>
          <p:cNvCxnSpPr>
            <a:cxnSpLocks/>
            <a:stCxn id="133" idx="0"/>
            <a:endCxn id="146" idx="2"/>
          </p:cNvCxnSpPr>
          <p:nvPr/>
        </p:nvCxnSpPr>
        <p:spPr>
          <a:xfrm rot="16200000" flipV="1">
            <a:off x="8615864" y="-375133"/>
            <a:ext cx="611081" cy="3134349"/>
          </a:xfrm>
          <a:prstGeom prst="curvedConnector3">
            <a:avLst>
              <a:gd name="adj1" fmla="val 5000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30942C77-09EB-3903-B593-7365054081E0}"/>
              </a:ext>
            </a:extLst>
          </p:cNvPr>
          <p:cNvGrpSpPr/>
          <p:nvPr/>
        </p:nvGrpSpPr>
        <p:grpSpPr>
          <a:xfrm>
            <a:off x="969482" y="221867"/>
            <a:ext cx="9903652" cy="3194434"/>
            <a:chOff x="969482" y="221867"/>
            <a:chExt cx="9903652" cy="3194434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74992D95-951A-7FFB-B56D-B02E23D9CB47}"/>
                </a:ext>
              </a:extLst>
            </p:cNvPr>
            <p:cNvSpPr/>
            <p:nvPr/>
          </p:nvSpPr>
          <p:spPr>
            <a:xfrm>
              <a:off x="2430423" y="1496565"/>
              <a:ext cx="256370" cy="6646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95854059-70A6-7ECB-6C66-C552859BDC32}"/>
                </a:ext>
              </a:extLst>
            </p:cNvPr>
            <p:cNvSpPr/>
            <p:nvPr/>
          </p:nvSpPr>
          <p:spPr>
            <a:xfrm>
              <a:off x="2686794" y="1496565"/>
              <a:ext cx="256370" cy="6646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F1EFF162-A98E-A5AA-FB80-C5E0B689F19B}"/>
                </a:ext>
              </a:extLst>
            </p:cNvPr>
            <p:cNvSpPr/>
            <p:nvPr/>
          </p:nvSpPr>
          <p:spPr>
            <a:xfrm>
              <a:off x="4034121" y="1497584"/>
              <a:ext cx="256370" cy="6646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4D1A6EC0-1571-CF11-7BF5-DF74864B11EB}"/>
                </a:ext>
              </a:extLst>
            </p:cNvPr>
            <p:cNvSpPr/>
            <p:nvPr/>
          </p:nvSpPr>
          <p:spPr>
            <a:xfrm>
              <a:off x="4290492" y="1497584"/>
              <a:ext cx="256370" cy="6646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1FC88740-AB7E-5EBE-6150-C0E21F4EC767}"/>
                </a:ext>
              </a:extLst>
            </p:cNvPr>
            <p:cNvSpPr/>
            <p:nvPr/>
          </p:nvSpPr>
          <p:spPr>
            <a:xfrm>
              <a:off x="5642656" y="1503109"/>
              <a:ext cx="256370" cy="6646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8792D3F6-D3F8-2E01-CECA-0DB524F3E071}"/>
                </a:ext>
              </a:extLst>
            </p:cNvPr>
            <p:cNvSpPr/>
            <p:nvPr/>
          </p:nvSpPr>
          <p:spPr>
            <a:xfrm>
              <a:off x="5899027" y="1503109"/>
              <a:ext cx="256370" cy="6646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1E8AE482-72B5-E6EE-16B8-7627FEC280B7}"/>
                </a:ext>
              </a:extLst>
            </p:cNvPr>
            <p:cNvSpPr/>
            <p:nvPr/>
          </p:nvSpPr>
          <p:spPr>
            <a:xfrm>
              <a:off x="7196926" y="1497582"/>
              <a:ext cx="256370" cy="6646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C7279CC9-C85C-9D9B-C087-73C2F8035BFC}"/>
                </a:ext>
              </a:extLst>
            </p:cNvPr>
            <p:cNvSpPr/>
            <p:nvPr/>
          </p:nvSpPr>
          <p:spPr>
            <a:xfrm>
              <a:off x="7453297" y="1497582"/>
              <a:ext cx="256370" cy="6646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39D09D1A-E4A0-F145-4298-E4FE740DD725}"/>
                </a:ext>
              </a:extLst>
            </p:cNvPr>
            <p:cNvSpPr/>
            <p:nvPr/>
          </p:nvSpPr>
          <p:spPr>
            <a:xfrm>
              <a:off x="8777822" y="1497582"/>
              <a:ext cx="256370" cy="6646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F6858431-9EF4-98E7-8567-A713B63396EE}"/>
                </a:ext>
              </a:extLst>
            </p:cNvPr>
            <p:cNvSpPr/>
            <p:nvPr/>
          </p:nvSpPr>
          <p:spPr>
            <a:xfrm>
              <a:off x="9034193" y="1497582"/>
              <a:ext cx="256370" cy="6646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B913A782-937F-6777-189F-28038DCC0E03}"/>
                </a:ext>
              </a:extLst>
            </p:cNvPr>
            <p:cNvSpPr/>
            <p:nvPr/>
          </p:nvSpPr>
          <p:spPr>
            <a:xfrm>
              <a:off x="10360393" y="1497582"/>
              <a:ext cx="256370" cy="6646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B9D71884-959B-509D-8575-0B9E5228C306}"/>
                </a:ext>
              </a:extLst>
            </p:cNvPr>
            <p:cNvSpPr/>
            <p:nvPr/>
          </p:nvSpPr>
          <p:spPr>
            <a:xfrm>
              <a:off x="10616764" y="1497582"/>
              <a:ext cx="256370" cy="6646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CE934EEF-4CAC-35F8-332B-6A573DC139FD}"/>
                </a:ext>
              </a:extLst>
            </p:cNvPr>
            <p:cNvSpPr/>
            <p:nvPr/>
          </p:nvSpPr>
          <p:spPr>
            <a:xfrm>
              <a:off x="5854322" y="222793"/>
              <a:ext cx="256370" cy="6646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D73F78F2-060F-F9EC-CECB-874757DE1446}"/>
                </a:ext>
              </a:extLst>
            </p:cNvPr>
            <p:cNvSpPr/>
            <p:nvPr/>
          </p:nvSpPr>
          <p:spPr>
            <a:xfrm>
              <a:off x="6110693" y="222793"/>
              <a:ext cx="256370" cy="6646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650C65F6-F35A-090F-A010-61555AD9DE0D}"/>
                </a:ext>
              </a:extLst>
            </p:cNvPr>
            <p:cNvSpPr/>
            <p:nvPr/>
          </p:nvSpPr>
          <p:spPr>
            <a:xfrm>
              <a:off x="6969673" y="221867"/>
              <a:ext cx="256370" cy="6646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17F768DF-3591-4BB5-8616-F58DA89269A0}"/>
                </a:ext>
              </a:extLst>
            </p:cNvPr>
            <p:cNvSpPr/>
            <p:nvPr/>
          </p:nvSpPr>
          <p:spPr>
            <a:xfrm>
              <a:off x="7226044" y="221867"/>
              <a:ext cx="256370" cy="6646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FC9C5A2B-2BD9-943B-A6DD-5296C72E4B70}"/>
                </a:ext>
              </a:extLst>
            </p:cNvPr>
            <p:cNvSpPr/>
            <p:nvPr/>
          </p:nvSpPr>
          <p:spPr>
            <a:xfrm>
              <a:off x="6413212" y="221867"/>
              <a:ext cx="256370" cy="6646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9F4D85E6-AF4E-41AE-01E9-A01847D13BCC}"/>
                </a:ext>
              </a:extLst>
            </p:cNvPr>
            <p:cNvSpPr/>
            <p:nvPr/>
          </p:nvSpPr>
          <p:spPr>
            <a:xfrm>
              <a:off x="6669583" y="221867"/>
              <a:ext cx="256370" cy="6646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B95F93FD-32FD-7727-F1D3-7A7DF9B717EB}"/>
                </a:ext>
              </a:extLst>
            </p:cNvPr>
            <p:cNvSpPr/>
            <p:nvPr/>
          </p:nvSpPr>
          <p:spPr>
            <a:xfrm>
              <a:off x="969482" y="2742826"/>
              <a:ext cx="256370" cy="6646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FB678294-7F5B-66D3-4010-295A24EFAA48}"/>
                </a:ext>
              </a:extLst>
            </p:cNvPr>
            <p:cNvSpPr/>
            <p:nvPr/>
          </p:nvSpPr>
          <p:spPr>
            <a:xfrm>
              <a:off x="1225853" y="2742826"/>
              <a:ext cx="256370" cy="6646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C1F56764-6107-59D7-F565-61F9C062661A}"/>
                </a:ext>
              </a:extLst>
            </p:cNvPr>
            <p:cNvSpPr/>
            <p:nvPr/>
          </p:nvSpPr>
          <p:spPr>
            <a:xfrm>
              <a:off x="2437089" y="2751667"/>
              <a:ext cx="256370" cy="6646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CAE499F9-A958-8F61-9A44-B6CAA0FB8FAE}"/>
                </a:ext>
              </a:extLst>
            </p:cNvPr>
            <p:cNvSpPr/>
            <p:nvPr/>
          </p:nvSpPr>
          <p:spPr>
            <a:xfrm>
              <a:off x="2693460" y="2751667"/>
              <a:ext cx="256370" cy="6646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64686421-B97F-F131-8C05-E9EAF36B906B}"/>
                </a:ext>
              </a:extLst>
            </p:cNvPr>
            <p:cNvSpPr/>
            <p:nvPr/>
          </p:nvSpPr>
          <p:spPr>
            <a:xfrm>
              <a:off x="3923487" y="2741536"/>
              <a:ext cx="256370" cy="6646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B32A1D83-F4AF-F50D-7F88-A8C070C59992}"/>
                </a:ext>
              </a:extLst>
            </p:cNvPr>
            <p:cNvSpPr/>
            <p:nvPr/>
          </p:nvSpPr>
          <p:spPr>
            <a:xfrm>
              <a:off x="4179858" y="2741536"/>
              <a:ext cx="256370" cy="6646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98" name="Connector: Curved 197">
            <a:extLst>
              <a:ext uri="{FF2B5EF4-FFF2-40B4-BE49-F238E27FC236}">
                <a16:creationId xmlns:a16="http://schemas.microsoft.com/office/drawing/2014/main" id="{00DADB7F-C515-A74C-35AF-8E45DED7E4B4}"/>
              </a:ext>
            </a:extLst>
          </p:cNvPr>
          <p:cNvCxnSpPr>
            <a:cxnSpLocks/>
            <a:stCxn id="189" idx="0"/>
            <a:endCxn id="101" idx="2"/>
          </p:cNvCxnSpPr>
          <p:nvPr/>
        </p:nvCxnSpPr>
        <p:spPr>
          <a:xfrm rot="5400000" flipH="1" flipV="1">
            <a:off x="1665510" y="1849728"/>
            <a:ext cx="581627" cy="1204570"/>
          </a:xfrm>
          <a:prstGeom prst="curvedConnector3">
            <a:avLst>
              <a:gd name="adj1" fmla="val 5000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: Curved 201">
            <a:extLst>
              <a:ext uri="{FF2B5EF4-FFF2-40B4-BE49-F238E27FC236}">
                <a16:creationId xmlns:a16="http://schemas.microsoft.com/office/drawing/2014/main" id="{9ED3B6E9-64B0-764E-1A0B-4AF638815822}"/>
              </a:ext>
            </a:extLst>
          </p:cNvPr>
          <p:cNvCxnSpPr>
            <a:cxnSpLocks/>
            <a:stCxn id="194" idx="0"/>
            <a:endCxn id="5" idx="2"/>
          </p:cNvCxnSpPr>
          <p:nvPr/>
        </p:nvCxnSpPr>
        <p:spPr>
          <a:xfrm rot="16200000" flipV="1">
            <a:off x="2463137" y="2393159"/>
            <a:ext cx="589451" cy="127566"/>
          </a:xfrm>
          <a:prstGeom prst="curvedConnector3">
            <a:avLst>
              <a:gd name="adj1" fmla="val 5000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: Curved 211">
            <a:extLst>
              <a:ext uri="{FF2B5EF4-FFF2-40B4-BE49-F238E27FC236}">
                <a16:creationId xmlns:a16="http://schemas.microsoft.com/office/drawing/2014/main" id="{CC1637BB-CB43-52AA-8FBB-9F7CB6032F12}"/>
              </a:ext>
            </a:extLst>
          </p:cNvPr>
          <p:cNvCxnSpPr>
            <a:cxnSpLocks/>
            <a:stCxn id="196" idx="0"/>
            <a:endCxn id="108" idx="2"/>
          </p:cNvCxnSpPr>
          <p:nvPr/>
        </p:nvCxnSpPr>
        <p:spPr>
          <a:xfrm rot="16200000" flipV="1">
            <a:off x="3271343" y="1704836"/>
            <a:ext cx="580337" cy="1493064"/>
          </a:xfrm>
          <a:prstGeom prst="curvedConnector3">
            <a:avLst>
              <a:gd name="adj1" fmla="val 5000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135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816</TotalTime>
  <Words>60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Cambria Math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Chuanhao Li</dc:creator>
  <cp:lastModifiedBy>Chuanhao Li</cp:lastModifiedBy>
  <cp:revision>75</cp:revision>
  <dcterms:created xsi:type="dcterms:W3CDTF">2026-01-20T12:41:24Z</dcterms:created>
  <dcterms:modified xsi:type="dcterms:W3CDTF">2026-01-23T01:21:05Z</dcterms:modified>
</cp:coreProperties>
</file>